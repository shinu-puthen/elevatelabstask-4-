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7236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7529" y="1746885"/>
            <a:ext cx="75488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Dashboard Summary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854543" y="2585085"/>
            <a:ext cx="34349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Analysis 2017-2020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72500" y="3209925"/>
            <a:ext cx="239900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Task4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7924800" cy="14859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811780"/>
            <a:ext cx="7924800" cy="14859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Metrics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680"/>
            <a:ext cx="7461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984.88M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116580"/>
            <a:ext cx="7461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3726180"/>
            <a:ext cx="7461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Quantity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Customers by Revenue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Electricalsara Stores: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413.33M (42% of total revenue)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Electricalsytical: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49.64M (5% of total revenue)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Stores: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49.12M (5% of total revenue)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Stores: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44.97M (4.6% of total revenue)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Products by Revenue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(Not Available):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468.96M - Highest performing product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Prod040: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23.58M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Prod159: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17.66M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Prod065: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16.26M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Trend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Performance: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Early 2018 (40M+ monthly)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 Period: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Sharp drop from mid-2019 to early 2020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Challenge: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Revenue declined to lowest point (15M)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volatility with seasonal fluctuations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Distribution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Concentration: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Electricalsara dominates (42%)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Quantity Leaders: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Electronics (0.65M units)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Base: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Diverse with 20+ active customers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dependency on single customer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78280"/>
            <a:ext cx="7924800" cy="11430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1280"/>
            <a:ext cx="7924800" cy="11430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Coverage Period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70688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Data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217932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2017 - 2020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84988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Data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32232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2017 - January 2018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Diversify Customer Base: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 reliance on top customer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Decline: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Analyze 2019-2020 revenue drop causes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top-performing products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 Revenue: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 strategies to reduce volatility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2049782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227</Words>
  <Application>Microsoft Office PowerPoint</Application>
  <PresentationFormat>On-screen Show (16:9)</PresentationFormat>
  <Paragraphs>48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Shinu P S</cp:lastModifiedBy>
  <cp:revision>2</cp:revision>
  <dcterms:created xsi:type="dcterms:W3CDTF">2025-11-19T12:49:05Z</dcterms:created>
  <dcterms:modified xsi:type="dcterms:W3CDTF">2025-11-19T12:51:34Z</dcterms:modified>
</cp:coreProperties>
</file>